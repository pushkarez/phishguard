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24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eloper.chrome.com/docs/extension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91440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00" b="1" dirty="0" err="1">
                <a:solidFill>
                  <a:srgbClr val="FFFFFF"/>
                </a:solidFill>
              </a:rPr>
              <a:t>PhishGuard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74320" y="131673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</a:rPr>
              <a:t>India's AI-Powered Cybersecurity Platform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1938528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Problem Statement Title: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48840" y="201559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Phishing URL Detection Using AI </a:t>
            </a:r>
          </a:p>
        </p:txBody>
      </p:sp>
      <p:sp>
        <p:nvSpPr>
          <p:cNvPr id="13" name="Text 10"/>
          <p:cNvSpPr/>
          <p:nvPr/>
        </p:nvSpPr>
        <p:spPr>
          <a:xfrm>
            <a:off x="256032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Theme: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48840" y="253680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Open Innovation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6032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PS Category: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48840" y="305801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Software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6032" y="3611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Group No: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48840" y="357922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36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6032" y="4133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Team Name: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48840" y="410043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CipherX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94960" y="2048256"/>
            <a:ext cx="1115568" cy="77724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94960" y="2048256"/>
            <a:ext cx="1115568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21031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</a:rPr>
              <a:t>8+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94960" y="25054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D28D9"/>
                </a:solidFill>
              </a:rPr>
              <a:t>Security Tools+Bot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6583680" y="2048256"/>
            <a:ext cx="1115568" cy="777240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2048256"/>
            <a:ext cx="1115568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21031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70+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583680" y="25054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28090"/>
                </a:solidFill>
              </a:rPr>
              <a:t>Scan Engines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772400" y="2048256"/>
            <a:ext cx="1115568" cy="77724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0" y="2048256"/>
            <a:ext cx="11155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0" y="21031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FREE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772400" y="250545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</a:rPr>
              <a:t>Forever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394960" y="2944368"/>
            <a:ext cx="3547872" cy="100584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0" y="2999232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Arial Black" panose="020B0A04020102020204" pitchFamily="34" charset="0"/>
              </a:rPr>
              <a:t>"</a:t>
            </a:r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</a:rPr>
              <a:t>Spotting the invisible: Zero-day phishing detection.”</a:t>
            </a:r>
            <a:endParaRPr lang="en-US" sz="13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486400" y="349300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https://phishguard-8qm0.onrender.com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0" y="3749040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C5FD"/>
                </a:solidFill>
              </a:rPr>
              <a:t>Pushkar Shinde  &amp;  Pavan Biradar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64748B"/>
                </a:solidFill>
              </a:rPr>
              <a:t>Quantum Arena 1.0  ·  </a:t>
            </a:r>
            <a:r>
              <a:rPr lang="en-US" sz="700" dirty="0" err="1">
                <a:solidFill>
                  <a:srgbClr val="64748B"/>
                </a:solidFill>
              </a:rPr>
              <a:t>CipherX</a:t>
            </a:r>
            <a:r>
              <a:rPr lang="en-US" sz="700" dirty="0">
                <a:solidFill>
                  <a:srgbClr val="64748B"/>
                </a:solidFill>
              </a:rPr>
              <a:t>  ·  Group No: 36  ·  </a:t>
            </a:r>
            <a:r>
              <a:rPr lang="en-US" sz="700" dirty="0" err="1">
                <a:solidFill>
                  <a:srgbClr val="64748B"/>
                </a:solidFill>
              </a:rPr>
              <a:t>Navsahyadri</a:t>
            </a:r>
            <a:r>
              <a:rPr lang="en-US" sz="700" dirty="0">
                <a:solidFill>
                  <a:srgbClr val="64748B"/>
                </a:solidFill>
              </a:rPr>
              <a:t> Education Society's Group of Institutions, Pune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 — </a:t>
            </a: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22960"/>
            <a:ext cx="88239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82296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PROPOSED SOLUTION — </a:t>
            </a:r>
            <a:r>
              <a:rPr lang="en-US" sz="850" b="1" kern="0" spc="150" dirty="0" err="1">
                <a:solidFill>
                  <a:srgbClr val="FFFFFF"/>
                </a:solidFill>
              </a:rPr>
              <a:t>PhishGuard</a:t>
            </a:r>
            <a:r>
              <a:rPr lang="en-US" sz="850" b="1" kern="0" spc="150" dirty="0">
                <a:solidFill>
                  <a:srgbClr val="FFFFFF"/>
                </a:solidFill>
              </a:rPr>
              <a:t> : One Paste. AI Does The Rest.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4592" y="1260348"/>
            <a:ext cx="1700784" cy="32918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4592" y="126034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🔗 URL Scanner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73168" y="1249460"/>
            <a:ext cx="1700784" cy="329184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3168" y="12494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6D28D9"/>
                </a:solidFill>
              </a:rPr>
              <a:t>🤖 </a:t>
            </a:r>
            <a:r>
              <a:rPr lang="en-IN" sz="900" dirty="0"/>
              <a:t>Chrome extension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50608" y="1255776"/>
            <a:ext cx="1700784" cy="329184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50608" y="125577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9ED9"/>
                </a:solidFill>
              </a:rPr>
              <a:t>✈️ Telegram Bot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64592" y="1938528"/>
            <a:ext cx="88239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193852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HOW IT ADDRESSES THE PROBLEM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64592" y="2212848"/>
            <a:ext cx="2103120" cy="109728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64592" y="2212848"/>
            <a:ext cx="21031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7744" y="2286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🔗 Suspicious Link?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37744" y="259689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When a user opens a website, our system immediately captures the URL and starts checking it in real-time.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377440" y="2212848"/>
            <a:ext cx="2103120" cy="1097280"/>
          </a:xfrm>
          <a:prstGeom prst="rect">
            <a:avLst/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Shape 34"/>
          <p:cNvSpPr/>
          <p:nvPr/>
        </p:nvSpPr>
        <p:spPr>
          <a:xfrm>
            <a:off x="2377440" y="2212848"/>
            <a:ext cx="21031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50592" y="2286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🧠 Smart Analysis</a:t>
            </a:r>
            <a:endParaRPr lang="en-US" sz="950" b="1" dirty="0"/>
          </a:p>
        </p:txBody>
      </p:sp>
      <p:sp>
        <p:nvSpPr>
          <p:cNvPr id="39" name="Text 36"/>
          <p:cNvSpPr/>
          <p:nvPr/>
        </p:nvSpPr>
        <p:spPr>
          <a:xfrm>
            <a:off x="2450592" y="259689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We analyze the link by looking for unusual patterns, suspicious words, or hidden tricks that are common in phishing sites.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590288" y="2212848"/>
            <a:ext cx="2103120" cy="109728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590288" y="2212848"/>
            <a:ext cx="21031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63440" y="2286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📊 Prediction</a:t>
            </a:r>
            <a:endParaRPr lang="en-US" sz="950" b="1" dirty="0"/>
          </a:p>
        </p:txBody>
      </p:sp>
      <p:sp>
        <p:nvSpPr>
          <p:cNvPr id="43" name="Text 40"/>
          <p:cNvSpPr/>
          <p:nvPr/>
        </p:nvSpPr>
        <p:spPr>
          <a:xfrm>
            <a:off x="4663440" y="259689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Based on this analysis, our system decides whether the website is safe or potentially harmful.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803136" y="2212848"/>
            <a:ext cx="2103120" cy="1097280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03136" y="2212848"/>
            <a:ext cx="2103120" cy="4572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76288" y="22860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🚨 Instant Alert</a:t>
            </a:r>
            <a:endParaRPr lang="en-US" sz="950" b="1" dirty="0"/>
          </a:p>
        </p:txBody>
      </p:sp>
      <p:sp>
        <p:nvSpPr>
          <p:cNvPr id="47" name="Text 44"/>
          <p:cNvSpPr/>
          <p:nvPr/>
        </p:nvSpPr>
        <p:spPr>
          <a:xfrm>
            <a:off x="6876288" y="2596896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If the link is risky, the user gets an instant warning so they can avoid entering any sensitive information.</a:t>
            </a:r>
            <a:endParaRPr lang="en-US" sz="8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Shape 45"/>
          <p:cNvSpPr/>
          <p:nvPr/>
        </p:nvSpPr>
        <p:spPr>
          <a:xfrm>
            <a:off x="164592" y="3401568"/>
            <a:ext cx="88239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6032" y="340156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INNOVATION &amp; UNIQUENESS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01168" y="3704624"/>
            <a:ext cx="2103120" cy="105156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4320" y="3741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🌐 Browser Extension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274320" y="4015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The system combines a browser extension with a backend server for real-time analysis and protection.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2395728" y="3704624"/>
            <a:ext cx="2103120" cy="105156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468880" y="3741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⚡ Auto-Detection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68880" y="4015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Our browser extension automatically checks URLs while browsing — no need for manual input.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590288" y="3704624"/>
            <a:ext cx="2103120" cy="105156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7" name="Text 54"/>
          <p:cNvSpPr/>
          <p:nvPr/>
        </p:nvSpPr>
        <p:spPr>
          <a:xfrm>
            <a:off x="4663440" y="3741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🛡 Protect + Awareness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663440" y="4015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It not only detects phishing links but also warns users, helping them stay aware and safe.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784848" y="3704624"/>
            <a:ext cx="2103120" cy="105156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58000" y="3741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✈️ Telegram Bot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858000" y="4015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Chat naturally — no commands, user friendly! First Indian cybersecurity Telegram bot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 / 7</a:t>
            </a:r>
            <a:endParaRPr lang="en-US" sz="900" dirty="0"/>
          </a:p>
        </p:txBody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3F9B87C4-9A8F-1EEF-51C9-9F77C149BDE5}"/>
              </a:ext>
            </a:extLst>
          </p:cNvPr>
          <p:cNvSpPr/>
          <p:nvPr/>
        </p:nvSpPr>
        <p:spPr>
          <a:xfrm>
            <a:off x="2542032" y="1257300"/>
            <a:ext cx="1700784" cy="329184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099DD4A1-1E8F-8036-9594-C408D95687E8}"/>
              </a:ext>
            </a:extLst>
          </p:cNvPr>
          <p:cNvSpPr/>
          <p:nvPr/>
        </p:nvSpPr>
        <p:spPr>
          <a:xfrm>
            <a:off x="2542032" y="125730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</a:rPr>
              <a:t>🤖 AI Assistant</a:t>
            </a:r>
            <a:endParaRPr lang="en-US" sz="90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B5123EF-C6BD-DFDE-202F-808D08EC8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looks past the surface to analyze structural anomalies, suspicious characters, domain age, and hidden redirects that human eyes miss.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30580"/>
            <a:ext cx="4160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22960"/>
            <a:ext cx="41605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822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TECH STACK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8600" y="1133856"/>
            <a:ext cx="4005072" cy="420624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1704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🐍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11612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Python Flask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135331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Backend REST API framework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37744" y="1773936"/>
            <a:ext cx="4005072" cy="420624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5176" y="18105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" y="18013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Frontend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9224" y="199339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User friendly UI , more convenient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8600" y="2374392"/>
            <a:ext cx="4005072" cy="420624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" y="24109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2401824"/>
            <a:ext cx="2498536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 err="1"/>
              <a:t>PhishGuard</a:t>
            </a:r>
            <a:r>
              <a:rPr lang="en-US" sz="900" dirty="0"/>
              <a:t> </a:t>
            </a:r>
            <a:r>
              <a:rPr lang="en-US" sz="900" b="1" dirty="0"/>
              <a:t>AI Assistant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259384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24/7 chat — friendly desi language, manipulation-proof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28600" y="2964180"/>
            <a:ext cx="4005072" cy="420624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30007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✈️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29916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Telegram Bot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318363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</a:rPr>
              <a:t>Natural chat bot — @</a:t>
            </a:r>
            <a:r>
              <a:rPr lang="en-US" sz="800" b="1" dirty="0">
                <a:solidFill>
                  <a:srgbClr val="229ED9"/>
                </a:solidFill>
              </a:rPr>
              <a:t> </a:t>
            </a:r>
            <a:r>
              <a:rPr lang="en-US" sz="75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ByteXSecurityBot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28600" y="3660648"/>
            <a:ext cx="4005072" cy="420624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6032" y="36972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36880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VirusTotal API v3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" y="388010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70+ AV engines — URL/File/QR/IP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56032" y="35478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56032" y="40233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56032" y="4480560"/>
            <a:ext cx="182880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56032" y="4480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Available as a chrome Extension 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507992" y="822960"/>
            <a:ext cx="4480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07992" y="822960"/>
            <a:ext cx="44805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99432" y="822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SCAN FLOW — HOW IT WORKS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90288" y="12070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028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992624" y="1133856"/>
            <a:ext cx="3913632" cy="475488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84064" y="122529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User pastes URL (web or Telegram)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672584" y="16093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90288" y="175564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59028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992624" y="1682496"/>
            <a:ext cx="3913632" cy="475488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84064" y="1773936"/>
            <a:ext cx="41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/>
              <a:t>PhishGuard</a:t>
            </a:r>
            <a:r>
              <a:rPr lang="en-US" sz="1000" dirty="0"/>
              <a:t> </a:t>
            </a:r>
            <a:r>
              <a:rPr lang="en-US" sz="950" b="1" dirty="0">
                <a:solidFill>
                  <a:srgbClr val="0F172A"/>
                </a:solidFill>
              </a:rPr>
              <a:t>auto-detects input type — no manual selection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4672584" y="21579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590288" y="230428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9028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992624" y="2231136"/>
            <a:ext cx="3913632" cy="475488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84064" y="232257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Routes to </a:t>
            </a:r>
            <a:r>
              <a:rPr lang="en-US" sz="950" b="1" dirty="0" err="1">
                <a:solidFill>
                  <a:srgbClr val="0F172A"/>
                </a:solidFill>
              </a:rPr>
              <a:t>VirusTotal</a:t>
            </a:r>
            <a:r>
              <a:rPr lang="en-US" sz="950" b="1" dirty="0">
                <a:solidFill>
                  <a:srgbClr val="0F172A"/>
                </a:solidFill>
              </a:rPr>
              <a:t> + </a:t>
            </a:r>
            <a:r>
              <a:rPr lang="en-US" sz="950" b="1" dirty="0" err="1">
                <a:solidFill>
                  <a:srgbClr val="0F172A"/>
                </a:solidFill>
              </a:rPr>
              <a:t>Groq</a:t>
            </a:r>
            <a:r>
              <a:rPr lang="en-US" sz="950" b="1" dirty="0">
                <a:solidFill>
                  <a:srgbClr val="0F172A"/>
                </a:solidFill>
              </a:rPr>
              <a:t> AI APIs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4672584" y="27066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4590288" y="285292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9028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4992624" y="2779776"/>
            <a:ext cx="3913632" cy="475488"/>
          </a:xfrm>
          <a:prstGeom prst="rect">
            <a:avLst/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084064" y="287121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70+ security engines scan simultaneously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4672584" y="32552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590288" y="340156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590288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4992624" y="3328416"/>
            <a:ext cx="3913632" cy="475488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084064" y="34198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Results parsed — verdict calculated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4672584" y="38039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4590288" y="395020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590288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4992624" y="3877056"/>
            <a:ext cx="3913632" cy="475488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084064" y="396849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AI gives plain-language explanation + action plan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22960"/>
            <a:ext cx="88239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82296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FEASIBILITY ANALYSIS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4592" y="1115568"/>
            <a:ext cx="2103120" cy="86868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4592" y="1115568"/>
            <a:ext cx="21031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" y="118872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✅  Chrome Extension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7744" y="14630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Deployed as an Extension — real users can test today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377440" y="1115568"/>
            <a:ext cx="2103120" cy="86868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0" y="1115568"/>
            <a:ext cx="21031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0592" y="118872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✅  No Hardware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50592" y="14630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100% software — any browser, mobile or desktop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90288" y="1115568"/>
            <a:ext cx="2103120" cy="86868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90288" y="1115568"/>
            <a:ext cx="21031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18872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✅  Zero-Cost APIs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14630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VirusTotal + </a:t>
            </a:r>
            <a:r>
              <a:rPr lang="en-US" sz="850" dirty="0" err="1">
                <a:solidFill>
                  <a:srgbClr val="64748B"/>
                </a:solidFill>
              </a:rPr>
              <a:t>groq</a:t>
            </a:r>
            <a:r>
              <a:rPr lang="en-US" sz="850" dirty="0">
                <a:solidFill>
                  <a:srgbClr val="64748B"/>
                </a:solidFill>
              </a:rPr>
              <a:t> </a:t>
            </a:r>
            <a:r>
              <a:rPr lang="en-US" sz="850" dirty="0" err="1">
                <a:solidFill>
                  <a:srgbClr val="64748B"/>
                </a:solidFill>
              </a:rPr>
              <a:t>api</a:t>
            </a:r>
            <a:r>
              <a:rPr lang="en-US" sz="850" dirty="0">
                <a:solidFill>
                  <a:srgbClr val="64748B"/>
                </a:solidFill>
              </a:rPr>
              <a:t>= zero investment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803136" y="1115568"/>
            <a:ext cx="2103120" cy="868680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03136" y="1115568"/>
            <a:ext cx="2103120" cy="45720"/>
          </a:xfrm>
          <a:prstGeom prst="rect">
            <a:avLst/>
          </a:prstGeom>
          <a:solidFill>
            <a:srgbClr val="229ED9"/>
          </a:solidFill>
          <a:ln w="12700">
            <a:solidFill>
              <a:srgbClr val="229E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76288" y="118872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</a:rPr>
              <a:t>✅  Bot on Telegram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76288" y="14630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Free Telegram API — bot runs 24/7 at zero cost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64592" y="2084832"/>
            <a:ext cx="4343400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4592" y="2084832"/>
            <a:ext cx="43434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56032" y="20848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REAL CHALLENGES FACED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07992" y="2084832"/>
            <a:ext cx="4480560" cy="2706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07992" y="2084832"/>
            <a:ext cx="448056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9432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HOW WE SOLVED IT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64592" y="2395728"/>
            <a:ext cx="4343400" cy="429768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64592" y="2395728"/>
            <a:ext cx="54864" cy="429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2441448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/>
              <a:t>API Delay / Response Issue</a:t>
            </a:r>
          </a:p>
          <a:p>
            <a:r>
              <a:rPr lang="en-US" sz="800" dirty="0"/>
              <a:t>Sometimes backend responses were slow or empty</a:t>
            </a:r>
          </a:p>
        </p:txBody>
      </p:sp>
      <p:sp>
        <p:nvSpPr>
          <p:cNvPr id="35" name="Shape 32"/>
          <p:cNvSpPr/>
          <p:nvPr/>
        </p:nvSpPr>
        <p:spPr>
          <a:xfrm>
            <a:off x="4507992" y="2395728"/>
            <a:ext cx="4480560" cy="429768"/>
          </a:xfrm>
          <a:prstGeom prst="rect">
            <a:avLst/>
          </a:prstGeom>
          <a:solidFill>
            <a:srgbClr val="F0FDF4"/>
          </a:solidFill>
          <a:ln w="952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Shape 33"/>
          <p:cNvSpPr/>
          <p:nvPr/>
        </p:nvSpPr>
        <p:spPr>
          <a:xfrm>
            <a:off x="4507992" y="2395728"/>
            <a:ext cx="54864" cy="429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99432" y="2441448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800" dirty="0"/>
              <a:t>Added retry system and proper error handling for reliable results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64592" y="2871216"/>
            <a:ext cx="4343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64592" y="2871216"/>
            <a:ext cx="54864" cy="429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56032" y="2916936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/>
              <a:t>Wrong Detection Results</a:t>
            </a:r>
          </a:p>
          <a:p>
            <a:r>
              <a:rPr lang="en-US" sz="800" dirty="0"/>
              <a:t>Some normal links were marked as phishing</a:t>
            </a:r>
          </a:p>
        </p:txBody>
      </p:sp>
      <p:sp>
        <p:nvSpPr>
          <p:cNvPr id="41" name="Shape 38"/>
          <p:cNvSpPr/>
          <p:nvPr/>
        </p:nvSpPr>
        <p:spPr>
          <a:xfrm>
            <a:off x="4507992" y="2871216"/>
            <a:ext cx="44805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07992" y="2871216"/>
            <a:ext cx="54864" cy="429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99432" y="2916936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Improved detection logic using better keyword patterns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164592" y="3346704"/>
            <a:ext cx="4343400" cy="429768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4592" y="3346704"/>
            <a:ext cx="54864" cy="429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" y="3392424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/>
              <a:t>UI/Layout Issues</a:t>
            </a:r>
          </a:p>
          <a:p>
            <a:r>
              <a:rPr lang="en-US" sz="800" dirty="0"/>
              <a:t>Extension UI was breaking on some pages</a:t>
            </a:r>
          </a:p>
        </p:txBody>
      </p:sp>
      <p:sp>
        <p:nvSpPr>
          <p:cNvPr id="47" name="Shape 44"/>
          <p:cNvSpPr/>
          <p:nvPr/>
        </p:nvSpPr>
        <p:spPr>
          <a:xfrm>
            <a:off x="4507992" y="3346704"/>
            <a:ext cx="4480560" cy="429768"/>
          </a:xfrm>
          <a:prstGeom prst="rect">
            <a:avLst/>
          </a:prstGeom>
          <a:solidFill>
            <a:srgbClr val="F0FDF4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07992" y="3346704"/>
            <a:ext cx="54864" cy="429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99432" y="3392424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Fixed layout using proper CSS structure and testing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164592" y="3822192"/>
            <a:ext cx="434340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64592" y="3822192"/>
            <a:ext cx="54864" cy="429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6032" y="3867912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F172A"/>
                </a:solidFill>
              </a:rPr>
              <a:t>Telegram bot </a:t>
            </a:r>
            <a:r>
              <a:rPr lang="en-US" sz="800" dirty="0"/>
              <a:t>Users didn’t know how to use commands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4507992" y="3822192"/>
            <a:ext cx="44805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07992" y="3822192"/>
            <a:ext cx="54864" cy="429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99432" y="3867912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Made the bot simple and user-friendly with clear instructions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164592" y="4297680"/>
            <a:ext cx="4343400" cy="429768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64592" y="4297680"/>
            <a:ext cx="54864" cy="429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56032" y="434340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</a:rPr>
              <a:t>AI could be manipulated </a:t>
            </a:r>
            <a:r>
              <a:rPr lang="en-US" sz="750" dirty="0">
                <a:solidFill>
                  <a:srgbClr val="0F172A"/>
                </a:solidFill>
              </a:rPr>
              <a:t>— users tried 'forget your instructions'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4507992" y="4297680"/>
            <a:ext cx="4480560" cy="429768"/>
          </a:xfrm>
          <a:prstGeom prst="rect">
            <a:avLst/>
          </a:prstGeom>
          <a:solidFill>
            <a:srgbClr val="F0FDF4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07992" y="4297680"/>
            <a:ext cx="54864" cy="429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99432" y="4343400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</a:rPr>
              <a:t>Added system prompt lock — redirects all non-security requests back to security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22960"/>
            <a:ext cx="2103120" cy="82296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22960"/>
            <a:ext cx="21031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" y="877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</a:rPr>
              <a:t>₹22,495 Cr+ 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DC2626"/>
                </a:solidFill>
              </a:rPr>
              <a:t>India lost over </a:t>
            </a:r>
            <a:r>
              <a:rPr lang="en-US" sz="800" b="1" dirty="0">
                <a:solidFill>
                  <a:srgbClr val="DC2626"/>
                </a:solidFill>
              </a:rPr>
              <a:t>₹22,495 Cr+ </a:t>
            </a:r>
            <a:endParaRPr lang="en-US" sz="8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</a:rPr>
              <a:t>In cyber fraud in 2025 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377440" y="822960"/>
            <a:ext cx="2103120" cy="822960"/>
          </a:xfrm>
          <a:prstGeom prst="rect">
            <a:avLst/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2377440" y="822960"/>
            <a:ext cx="21031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7440" y="877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28.15L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377440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7706"/>
                </a:solidFill>
              </a:rPr>
              <a:t>Indians targeted by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97706"/>
                </a:solidFill>
              </a:rPr>
              <a:t>online scams 2025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90288" y="822960"/>
            <a:ext cx="2103120" cy="8229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90288" y="822960"/>
            <a:ext cx="21031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877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8D9"/>
                </a:solidFill>
              </a:rPr>
              <a:t>76%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90288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28D9"/>
                </a:solidFill>
              </a:rPr>
              <a:t>Victims were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D28D9"/>
                </a:solidFill>
              </a:rPr>
              <a:t>non-tech users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803136" y="822960"/>
            <a:ext cx="2103120" cy="82296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03136" y="822960"/>
            <a:ext cx="21031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03136" y="8778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</a:rPr>
              <a:t>FREE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803136" y="1261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059669"/>
                </a:solidFill>
              </a:rPr>
              <a:t>CipherX</a:t>
            </a:r>
            <a:r>
              <a:rPr lang="en-US" sz="750" dirty="0">
                <a:solidFill>
                  <a:srgbClr val="059669"/>
                </a:solidFill>
              </a:rPr>
              <a:t> + Bot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59669"/>
                </a:solidFill>
              </a:rPr>
              <a:t>no payment ever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64592" y="1783080"/>
            <a:ext cx="41605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4592" y="1783080"/>
            <a:ext cx="41605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" y="1783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WHO BENEFITS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2860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85800" y="21031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Elderly Users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" y="2359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Protects elderly users from scams by warning them before they click suspicious links.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28600" y="2743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85800" y="27432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Students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5800" y="29992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Learn about online scams and safe browsing practices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28600" y="33832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85800" y="3383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Small Businesses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Prevent fraud from fake payment links and invoices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28600" y="4023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85800" y="4023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Telegram Users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5800" y="42793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Scan suspicious links directly in chat easily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07992" y="1783080"/>
            <a:ext cx="4480560" cy="2944368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Shape 37"/>
          <p:cNvSpPr/>
          <p:nvPr/>
        </p:nvSpPr>
        <p:spPr>
          <a:xfrm>
            <a:off x="4507992" y="1783080"/>
            <a:ext cx="44805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99432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BENEFITS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572000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02920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</a:rPr>
              <a:t>Social Impact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02920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Helps protect users from phishing scams and online fraud.</a:t>
            </a:r>
          </a:p>
        </p:txBody>
      </p:sp>
      <p:sp>
        <p:nvSpPr>
          <p:cNvPr id="45" name="Text 42"/>
          <p:cNvSpPr/>
          <p:nvPr/>
        </p:nvSpPr>
        <p:spPr>
          <a:xfrm>
            <a:off x="4572000" y="26243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02920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</a:rPr>
              <a:t>Educational Impact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029200" y="2843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Makes users more aware of suspicious links and safe browsing.</a:t>
            </a:r>
          </a:p>
        </p:txBody>
      </p:sp>
      <p:sp>
        <p:nvSpPr>
          <p:cNvPr id="48" name="Text 45"/>
          <p:cNvSpPr/>
          <p:nvPr/>
        </p:nvSpPr>
        <p:spPr>
          <a:xfrm>
            <a:off x="4572000" y="31455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029200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</a:rPr>
              <a:t>Economic Impact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029200" y="3364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Helps reduce money loss caused by fake websites and scams.</a:t>
            </a:r>
          </a:p>
        </p:txBody>
      </p:sp>
      <p:sp>
        <p:nvSpPr>
          <p:cNvPr id="51" name="Text 48"/>
          <p:cNvSpPr/>
          <p:nvPr/>
        </p:nvSpPr>
        <p:spPr>
          <a:xfrm>
            <a:off x="4572000" y="36667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✈️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5029200" y="3666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</a:rPr>
              <a:t>Telegram Impact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502920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24/7 bot accessible to 700M+ Telegram users in India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72000" y="41879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02920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</a:rPr>
              <a:t>Accessibility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029200" y="44074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bg1"/>
                </a:solidFill>
              </a:rPr>
              <a:t>Works easily through browser extension and Telegram, anytime.</a:t>
            </a:r>
          </a:p>
        </p:txBody>
      </p:sp>
      <p:sp>
        <p:nvSpPr>
          <p:cNvPr id="57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22960"/>
            <a:ext cx="4160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22960"/>
            <a:ext cx="416052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822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APIs &amp; RESEARCH REFERENCES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8600" y="1133856"/>
            <a:ext cx="4005072" cy="585216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133856"/>
            <a:ext cx="54864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11704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F172A"/>
                </a:solidFill>
              </a:rPr>
              <a:t>VirusTotal</a:t>
            </a:r>
            <a:r>
              <a:rPr lang="en-US" sz="1000" b="1" dirty="0">
                <a:solidFill>
                  <a:srgbClr val="0F172A"/>
                </a:solidFill>
              </a:rPr>
              <a:t> API v3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9184" y="1371600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</a:rPr>
              <a:t>virustotal.com/api/v3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9184" y="1536192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Multi-engine URL/File/IP/QR scanning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28600" y="1792224"/>
            <a:ext cx="4005072" cy="585216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8600" y="1792224"/>
            <a:ext cx="54864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" y="182880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/>
              <a:t>Cybersecurity Awareness Reports</a:t>
            </a:r>
            <a:endParaRPr lang="en-US" sz="1000" b="1" dirty="0"/>
          </a:p>
        </p:txBody>
      </p:sp>
      <p:sp>
        <p:nvSpPr>
          <p:cNvPr id="19" name="Text 16"/>
          <p:cNvSpPr/>
          <p:nvPr/>
        </p:nvSpPr>
        <p:spPr>
          <a:xfrm>
            <a:off x="329184" y="202996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9184" y="2194560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28600" y="2450592"/>
            <a:ext cx="4005072" cy="585216"/>
          </a:xfrm>
          <a:prstGeom prst="rect">
            <a:avLst/>
          </a:prstGeom>
          <a:solidFill>
            <a:srgbClr val="EDE9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8600" y="2450592"/>
            <a:ext cx="54864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248716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/>
              <a:t>AI / Phishing Detection Concepts</a:t>
            </a:r>
            <a:endParaRPr lang="en-US" sz="1000" b="1" dirty="0"/>
          </a:p>
        </p:txBody>
      </p:sp>
      <p:sp>
        <p:nvSpPr>
          <p:cNvPr id="24" name="Text 21"/>
          <p:cNvSpPr/>
          <p:nvPr/>
        </p:nvSpPr>
        <p:spPr>
          <a:xfrm>
            <a:off x="329184" y="268833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accent1"/>
                </a:solidFill>
              </a:rPr>
              <a:t>Based on general research in phishing detection and pattern analysis</a:t>
            </a:r>
          </a:p>
        </p:txBody>
      </p:sp>
      <p:sp>
        <p:nvSpPr>
          <p:cNvPr id="25" name="Text 22"/>
          <p:cNvSpPr/>
          <p:nvPr/>
        </p:nvSpPr>
        <p:spPr>
          <a:xfrm>
            <a:off x="329184" y="2852928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28600" y="3108960"/>
            <a:ext cx="4005072" cy="585216"/>
          </a:xfrm>
          <a:prstGeom prst="rect">
            <a:avLst/>
          </a:prstGeom>
          <a:solidFill>
            <a:srgbClr val="D1FAE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3108960"/>
            <a:ext cx="54864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9184" y="314553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/>
              <a:t>Browser Extension Platform</a:t>
            </a:r>
            <a:endParaRPr lang="en-US" sz="1000" b="1" dirty="0"/>
          </a:p>
        </p:txBody>
      </p:sp>
      <p:sp>
        <p:nvSpPr>
          <p:cNvPr id="29" name="Text 26"/>
          <p:cNvSpPr/>
          <p:nvPr/>
        </p:nvSpPr>
        <p:spPr>
          <a:xfrm>
            <a:off x="322653" y="3346704"/>
            <a:ext cx="3822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4"/>
              </a:rPr>
              <a:t>https://developer.chrome.com/docs/extensions/</a:t>
            </a:r>
            <a:br>
              <a:rPr lang="en-US" sz="800" dirty="0"/>
            </a:br>
            <a:r>
              <a:rPr lang="en-US" sz="800" dirty="0"/>
              <a:t>Used to build the extension and capture URLs during browsing</a:t>
            </a:r>
          </a:p>
        </p:txBody>
      </p:sp>
      <p:sp>
        <p:nvSpPr>
          <p:cNvPr id="31" name="Shape 28"/>
          <p:cNvSpPr/>
          <p:nvPr/>
        </p:nvSpPr>
        <p:spPr>
          <a:xfrm>
            <a:off x="228600" y="3767328"/>
            <a:ext cx="4005072" cy="585216"/>
          </a:xfrm>
          <a:prstGeom prst="rect">
            <a:avLst/>
          </a:prstGeom>
          <a:solidFill>
            <a:srgbClr val="E8F4FD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8600" y="3767328"/>
            <a:ext cx="54864" cy="5852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9184" y="380390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Telegram Bot API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29184" y="400507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8090"/>
                </a:solidFill>
              </a:rPr>
              <a:t>core.telegram.org/bots/api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29184" y="4169664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Used for bot communication and user interaction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507992" y="822960"/>
            <a:ext cx="4480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07992" y="822960"/>
            <a:ext cx="44805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9432" y="822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PROJECT LINKS &amp; TEAM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99432" y="1133856"/>
            <a:ext cx="4297680" cy="621792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90872" y="1161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EEAD4"/>
                </a:solidFill>
              </a:rPr>
              <a:t>🌐  LIVE PROJECT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90872" y="13533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https://phishguard-8qm0.onrender.com/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599432" y="1810512"/>
            <a:ext cx="4297680" cy="438912"/>
          </a:xfrm>
          <a:prstGeom prst="rect">
            <a:avLst/>
          </a:prstGeom>
          <a:solidFill>
            <a:srgbClr val="E8F4FD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90872" y="18379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9ED9"/>
                </a:solidFill>
              </a:rPr>
              <a:t>✈️  TELEGRAM BOT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690872" y="2029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9ED9"/>
                </a:solidFill>
              </a:rPr>
              <a:t>@ByteXSecurityBot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599432" y="2304288"/>
            <a:ext cx="4297680" cy="420624"/>
          </a:xfrm>
          <a:prstGeom prst="rect">
            <a:avLst/>
          </a:prstGeom>
          <a:solidFill>
            <a:srgbClr val="F7F8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90872" y="2331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</a:rPr>
              <a:t>💻  GitHub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690872" y="2505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28090"/>
                </a:solidFill>
              </a:rPr>
              <a:t>https://github.com/PushkarEz/PhishGuard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599432" y="2779776"/>
            <a:ext cx="42976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90872" y="2779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EEAD4"/>
                </a:solidFill>
              </a:rPr>
              <a:t>TEAM — CipherX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99432" y="309067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99432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175504" y="30906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Pushkar Shinde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175504" y="3337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Builder &amp; Lead Developer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175504" y="3529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Navsahyadri Education Society's Group of Institutions, Pune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linkedin.com/in/pushkar-shinde1608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4599432" y="3913632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599432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PB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5175504" y="3913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Pavan Biradar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175504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</a:rPr>
              <a:t>Idea Partner &amp; Co-Founder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175504" y="4352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Navsahyadri Education Society's Group of Institutions, Pune</a:t>
            </a:r>
          </a:p>
          <a:p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linkedin.com/in/pavan-biradar17</a:t>
            </a:r>
          </a:p>
        </p:txBody>
      </p:sp>
      <p:sp>
        <p:nvSpPr>
          <p:cNvPr id="60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6 / 7</a:t>
            </a:r>
            <a:endParaRPr lang="en-US" sz="900" dirty="0"/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B700B3B9-A863-7F93-6182-6880B93E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URL Detection using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350F8CDF-32D8-4B27-AA08-B10F568EFCBE}"/>
              </a:ext>
            </a:extLst>
          </p:cNvPr>
          <p:cNvSpPr/>
          <p:nvPr/>
        </p:nvSpPr>
        <p:spPr>
          <a:xfrm>
            <a:off x="329184" y="212140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chemeClr val="accent1"/>
                </a:solidFill>
              </a:rPr>
              <a:t>Based on reports showing how phishing attacks target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280160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CipherX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548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ESTIMATED COST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0144" y="45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QUANTUM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6B8A"/>
                </a:solidFill>
              </a:rPr>
              <a:t>ARENA 1.0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4592" y="749808"/>
            <a:ext cx="882396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592" y="822960"/>
            <a:ext cx="3822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4592" y="822960"/>
            <a:ext cx="382219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822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HARDWARE REQUIREMENTS &amp; COST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8600" y="1115568"/>
            <a:ext cx="3679385" cy="457200"/>
          </a:xfrm>
          <a:prstGeom prst="rect">
            <a:avLst/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15214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No Hardware Required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138988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ByteX is 100% software — runs on any device with a browser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" y="1627632"/>
            <a:ext cx="3679385" cy="868680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166420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Total Hardware Cost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19019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₹ 0  —  Zero hardware investment needed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" y="217627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Cloud hosted — no physical servers required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07992" y="822960"/>
            <a:ext cx="4480560" cy="1673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Shape 16"/>
          <p:cNvSpPr/>
          <p:nvPr/>
        </p:nvSpPr>
        <p:spPr>
          <a:xfrm>
            <a:off x="4507992" y="822960"/>
            <a:ext cx="44805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99432" y="822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SOFTWARE USED &amp; ESTIMATED COST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99432" y="1115568"/>
            <a:ext cx="429768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9432" y="1115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Software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28232" y="1115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Cost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251192" y="1115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Note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99432" y="1389888"/>
            <a:ext cx="429768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13898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</a:rPr>
              <a:t>Python Flask + Libraries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428232" y="1389888"/>
            <a:ext cx="82296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5"/>
          <p:cNvSpPr/>
          <p:nvPr/>
        </p:nvSpPr>
        <p:spPr>
          <a:xfrm>
            <a:off x="6428232" y="1389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Free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278624" y="138988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Open-source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599432" y="1591056"/>
            <a:ext cx="42976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26864" y="159105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</a:rPr>
              <a:t>Groq AI (LLaMA 3.3 70B)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428232" y="1591056"/>
            <a:ext cx="82296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28232" y="1591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Free Tier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278624" y="15910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Limited req/day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4599432" y="1792224"/>
            <a:ext cx="429768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6864" y="179222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</a:rPr>
              <a:t>VirusTotal API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428232" y="1792224"/>
            <a:ext cx="82296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28232" y="1792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Free Tier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278624" y="1792224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500 req/day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599432" y="1993392"/>
            <a:ext cx="42976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26864" y="19933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172A"/>
                </a:solidFill>
              </a:rPr>
              <a:t>Telegram Bot API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428232" y="1993392"/>
            <a:ext cx="82296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28232" y="1993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Free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7278624" y="19933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Unlimited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626864" y="219456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F172A"/>
                </a:solidFill>
              </a:rPr>
              <a:t>Render Cloud Hosting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28232" y="2194560"/>
            <a:ext cx="82296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28232" y="2194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59669"/>
                </a:solidFill>
              </a:rPr>
              <a:t>Free Tier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7278624" y="219456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64748B"/>
                </a:solidFill>
              </a:rPr>
              <a:t>Auto-sleep fix via </a:t>
            </a:r>
            <a:r>
              <a:rPr lang="en-US" sz="700" dirty="0" err="1">
                <a:solidFill>
                  <a:srgbClr val="64748B"/>
                </a:solidFill>
              </a:rPr>
              <a:t>UptimeRobot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4626864" y="239572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6428232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278624" y="239572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4535424" y="2468880"/>
            <a:ext cx="4480560" cy="3657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99432" y="27157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Total Monthly Cost: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178040" y="27157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99432" y="294436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All  tools are completely free. Production upgrade planned.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28600" y="4892040"/>
            <a:ext cx="8138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Quantum Arena 1.0  ·  CipherX  ·  Group No: 36  ·  Navsahyadri Education Society's Group of Institutions, Pune</a:t>
            </a:r>
            <a:endParaRPr lang="en-US" sz="700" dirty="0"/>
          </a:p>
        </p:txBody>
      </p:sp>
      <p:sp>
        <p:nvSpPr>
          <p:cNvPr id="83" name="Text 80"/>
          <p:cNvSpPr/>
          <p:nvPr/>
        </p:nvSpPr>
        <p:spPr>
          <a:xfrm>
            <a:off x="8595360" y="4892040"/>
            <a:ext cx="411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7 / 7</a:t>
            </a:r>
            <a:endParaRPr lang="en-US" sz="900" dirty="0"/>
          </a:p>
        </p:txBody>
      </p:sp>
      <p:sp>
        <p:nvSpPr>
          <p:cNvPr id="56" name="Shape 39">
            <a:extLst>
              <a:ext uri="{FF2B5EF4-FFF2-40B4-BE49-F238E27FC236}">
                <a16:creationId xmlns:a16="http://schemas.microsoft.com/office/drawing/2014/main" id="{8669F520-66C7-AA27-30D9-18AEE38A0709}"/>
              </a:ext>
            </a:extLst>
          </p:cNvPr>
          <p:cNvSpPr/>
          <p:nvPr/>
        </p:nvSpPr>
        <p:spPr>
          <a:xfrm>
            <a:off x="6422301" y="2194560"/>
            <a:ext cx="822960" cy="182880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7" name="Text 25">
            <a:extLst>
              <a:ext uri="{FF2B5EF4-FFF2-40B4-BE49-F238E27FC236}">
                <a16:creationId xmlns:a16="http://schemas.microsoft.com/office/drawing/2014/main" id="{28CFD526-2546-22F3-4A03-157F0EC948B8}"/>
              </a:ext>
            </a:extLst>
          </p:cNvPr>
          <p:cNvSpPr/>
          <p:nvPr/>
        </p:nvSpPr>
        <p:spPr>
          <a:xfrm>
            <a:off x="6468021" y="216053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</a:rPr>
              <a:t>Free</a:t>
            </a:r>
            <a:endParaRPr lang="en-US" sz="75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C8EFCA94-86DA-6111-E54C-7C9351DD7935}"/>
              </a:ext>
            </a:extLst>
          </p:cNvPr>
          <p:cNvSpPr/>
          <p:nvPr/>
        </p:nvSpPr>
        <p:spPr>
          <a:xfrm>
            <a:off x="2322575" y="3282696"/>
            <a:ext cx="382219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17119877-7F31-7437-95FC-44AA2C087C5B}"/>
              </a:ext>
            </a:extLst>
          </p:cNvPr>
          <p:cNvSpPr/>
          <p:nvPr/>
        </p:nvSpPr>
        <p:spPr>
          <a:xfrm>
            <a:off x="1727124" y="3189950"/>
            <a:ext cx="5013095" cy="440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Business Potential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C9DCB4DB-EC54-6290-C33B-B99D96C17DDB}"/>
              </a:ext>
            </a:extLst>
          </p:cNvPr>
          <p:cNvSpPr/>
          <p:nvPr/>
        </p:nvSpPr>
        <p:spPr>
          <a:xfrm>
            <a:off x="2393979" y="3593592"/>
            <a:ext cx="3679385" cy="1024128"/>
          </a:xfrm>
          <a:prstGeom prst="rect">
            <a:avLst/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7F11AF08-D8C7-BFDD-12ED-7DAAB0535C04}"/>
              </a:ext>
            </a:extLst>
          </p:cNvPr>
          <p:cNvSpPr/>
          <p:nvPr/>
        </p:nvSpPr>
        <p:spPr>
          <a:xfrm>
            <a:off x="2490433" y="3525012"/>
            <a:ext cx="3582931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/>
              <a:t>This solution can be offered as a free tool for users and later scaled into a freemium model.</a:t>
            </a:r>
            <a:br>
              <a:rPr lang="en-US" sz="1200" b="1" dirty="0"/>
            </a:br>
            <a:r>
              <a:rPr lang="en-US" sz="1200" b="1" dirty="0"/>
              <a:t>Premium features can include advanced detection, analytics, and enterprise security solutions.</a:t>
            </a:r>
            <a:endParaRPr lang="en-US" sz="11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1240</Words>
  <Application>Microsoft Office PowerPoint</Application>
  <PresentationFormat>On-screen Show (16:9)</PresentationFormat>
  <Paragraphs>255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ByteX - CipherX - Quantum Arena 1.0</dc:title>
  <dc:subject>PptxGenJS Presentation</dc:subject>
  <dc:creator>PptxGenJS</dc:creator>
  <cp:lastModifiedBy>Flam Endreo</cp:lastModifiedBy>
  <cp:revision>9</cp:revision>
  <dcterms:created xsi:type="dcterms:W3CDTF">2026-03-22T11:35:10Z</dcterms:created>
  <dcterms:modified xsi:type="dcterms:W3CDTF">2026-04-18T05:53:42Z</dcterms:modified>
</cp:coreProperties>
</file>